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716E4-4144-4D64-9A46-4667713D5C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2715E7A-5865-4C2A-BCB9-EB1ADA9CD0D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Title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sample PPTX file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LibreOffice/25.8.4.2$MacOSX_AARCH64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2026-01-02T22:48:41Z</dcterms:created>
  <dc:creator/>
  <dc:description/>
  <dc:language>en-US</dc:language>
  <cp:lastModifiedBy/>
  <dcterms:modified xsi:type="dcterms:W3CDTF">2026-01-02T22:49:47Z</dcterms:modified>
  <cp:revision>2</cp:revision>
  <dc:subject/>
  <dc:title/>
</cp:coreProperties>
</file>